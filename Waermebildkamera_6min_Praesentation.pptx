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0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4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9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42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6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5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2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74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6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6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47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36E67A-1322-31A7-8D81-79D57C0D5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de-DE" sz="4200"/>
              <a:t>Wärmebildkamera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D3A925-8B34-5FB1-CDAE-81679DAFC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endParaRPr lang="de-D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385910B-9375-0B27-C084-85035A630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9" r="10953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025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Calisto MT</vt:lpstr>
      <vt:lpstr>Univers Condensed</vt:lpstr>
      <vt:lpstr>ChronicleVTI</vt:lpstr>
      <vt:lpstr>Wärmebildkamera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 Broekhuisen</dc:creator>
  <cp:lastModifiedBy>Thom Broekhuisen</cp:lastModifiedBy>
  <cp:revision>1</cp:revision>
  <dcterms:created xsi:type="dcterms:W3CDTF">2026-01-20T12:20:22Z</dcterms:created>
  <dcterms:modified xsi:type="dcterms:W3CDTF">2026-01-20T12:29:30Z</dcterms:modified>
</cp:coreProperties>
</file>